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9144000" cy="5715000" type="screen16x1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7"/>
    <p:restoredTop sz="94658"/>
  </p:normalViewPr>
  <p:slideViewPr>
    <p:cSldViewPr>
      <p:cViewPr varScale="1">
        <p:scale>
          <a:sx n="139" d="100"/>
          <a:sy n="139" d="100"/>
        </p:scale>
        <p:origin x="848" y="168"/>
      </p:cViewPr>
      <p:guideLst>
        <p:guide orient="horz" pos="180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95" d="100"/>
          <a:sy n="95" d="100"/>
        </p:scale>
        <p:origin x="-2550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CD75BD-0D96-4794-B1B8-63E0EEC893BB}" type="datetimeFigureOut">
              <a:rPr kumimoji="1" lang="ja-JP" altLang="en-US" smtClean="0"/>
              <a:t>2026/10/29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817D73-0BF0-428A-8376-CD614CB9976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769301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BE6106-45D4-40E8-A83B-0F59EAD5DD33}" type="datetimeFigureOut">
              <a:rPr kumimoji="1" lang="ja-JP" altLang="en-US" smtClean="0"/>
              <a:t>2026/10/29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91FFAD-AF48-4F2A-ADBB-AFFA871FDC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8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1775355"/>
            <a:ext cx="7772400" cy="1225021"/>
          </a:xfrm>
          <a:effectLst/>
        </p:spPr>
        <p:txBody>
          <a:bodyPr>
            <a:normAutofit/>
          </a:bodyPr>
          <a:lstStyle>
            <a:lvl1pPr>
              <a:defRPr sz="3200" b="0">
                <a:solidFill>
                  <a:schemeClr val="tx1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</a:lstStyle>
          <a:p>
            <a:r>
              <a:rPr kumimoji="1" lang="ja-JP" altLang="en-US" dirty="0"/>
              <a:t>マスタ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>
          <a:xfrm>
            <a:off x="7956376" y="5273531"/>
            <a:ext cx="1090464" cy="304271"/>
          </a:xfrm>
          <a:prstGeom prst="rect">
            <a:avLst/>
          </a:prstGeom>
        </p:spPr>
        <p:txBody>
          <a:bodyPr/>
          <a:lstStyle>
            <a:lvl1pPr algn="r">
              <a:defRPr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sp>
        <p:nvSpPr>
          <p:cNvPr id="10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971600" y="5343835"/>
            <a:ext cx="1073150" cy="304271"/>
          </a:xfrm>
          <a:prstGeom prst="rect">
            <a:avLst/>
          </a:prstGeom>
        </p:spPr>
        <p:txBody>
          <a:bodyPr/>
          <a:lstStyle>
            <a:lvl1pPr>
              <a:defRPr sz="105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</a:lstStyle>
          <a:p>
            <a:fld id="{7FEF6BE3-B5C2-4E3D-B336-774B712A6273}" type="datetime1">
              <a:rPr lang="ja-JP" altLang="en-US" smtClean="0"/>
              <a:pPr/>
              <a:t>2026/10/29</a:t>
            </a:fld>
            <a:endParaRPr lang="ja-JP" altLang="en-US" dirty="0"/>
          </a:p>
        </p:txBody>
      </p:sp>
      <p:sp>
        <p:nvSpPr>
          <p:cNvPr id="11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2117422" y="5337776"/>
            <a:ext cx="3030642" cy="304271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</a:lstStyle>
          <a:p>
            <a:endParaRPr lang="ja-JP" alt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0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effectLst/>
              </a:defRPr>
            </a:lvl1pPr>
          </a:lstStyle>
          <a:p>
            <a:r>
              <a:rPr kumimoji="1" lang="ja-JP" altLang="en-US" dirty="0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>
              <a:buClr>
                <a:srgbClr val="C00000"/>
              </a:buClr>
              <a:buFont typeface="Wingdings" panose="05000000000000000000" pitchFamily="2" charset="2"/>
              <a:buChar char="n"/>
              <a:defRPr/>
            </a:lvl1pPr>
          </a:lstStyle>
          <a:p>
            <a:pPr lvl="0"/>
            <a:r>
              <a:rPr kumimoji="1" lang="ja-JP" altLang="en-US" dirty="0"/>
              <a:t>マスタ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2" name="スライド番号プレースホルダ 5"/>
          <p:cNvSpPr txBox="1">
            <a:spLocks/>
          </p:cNvSpPr>
          <p:nvPr userDrawn="1"/>
        </p:nvSpPr>
        <p:spPr>
          <a:xfrm>
            <a:off x="7956376" y="5273531"/>
            <a:ext cx="1090464" cy="304271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r" defTabSz="914400" rtl="0" eaLnBrk="1" latinLnBrk="0" hangingPunct="1">
              <a:defRPr kumimoji="1" sz="10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2D8002D-B5B0-4BAC-B1F6-782DDCCE6D9C}" type="slidenum">
              <a:rPr lang="ja-JP" altLang="en-US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/>
              <a:t>‹#›</a:t>
            </a:fld>
            <a:endParaRPr lang="ja-JP" altLang="en-US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971600" y="5343835"/>
            <a:ext cx="1073150" cy="304271"/>
          </a:xfrm>
          <a:prstGeom prst="rect">
            <a:avLst/>
          </a:prstGeom>
        </p:spPr>
        <p:txBody>
          <a:bodyPr/>
          <a:lstStyle>
            <a:lvl1pPr>
              <a:defRPr sz="105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</a:lstStyle>
          <a:p>
            <a:fld id="{7FEF6BE3-B5C2-4E3D-B336-774B712A6273}" type="datetime1">
              <a:rPr lang="ja-JP" altLang="en-US" smtClean="0"/>
              <a:pPr/>
              <a:t>2026/10/29</a:t>
            </a:fld>
            <a:endParaRPr lang="ja-JP" altLang="en-US"/>
          </a:p>
        </p:txBody>
      </p:sp>
      <p:sp>
        <p:nvSpPr>
          <p:cNvPr id="1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2117422" y="5337776"/>
            <a:ext cx="3030642" cy="304271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</a:lstStyle>
          <a:p>
            <a:endParaRPr lang="ja-JP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3600" b="0" cap="all">
                <a:effectLst/>
              </a:defRPr>
            </a:lvl1pPr>
          </a:lstStyle>
          <a:p>
            <a:r>
              <a:rPr kumimoji="1" lang="ja-JP" altLang="en-US" dirty="0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dirty="0"/>
              <a:t>マスタ テキストの書式設定</a:t>
            </a:r>
          </a:p>
        </p:txBody>
      </p:sp>
      <p:sp>
        <p:nvSpPr>
          <p:cNvPr id="10" name="スライド番号プレースホルダ 5"/>
          <p:cNvSpPr>
            <a:spLocks noGrp="1"/>
          </p:cNvSpPr>
          <p:nvPr>
            <p:ph type="sldNum" sz="quarter" idx="12"/>
          </p:nvPr>
        </p:nvSpPr>
        <p:spPr>
          <a:xfrm>
            <a:off x="7956376" y="5273531"/>
            <a:ext cx="1090464" cy="304271"/>
          </a:xfrm>
          <a:prstGeom prst="rect">
            <a:avLst/>
          </a:prstGeom>
        </p:spPr>
        <p:txBody>
          <a:bodyPr/>
          <a:lstStyle>
            <a:lvl1pPr algn="r">
              <a:defRPr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sp>
        <p:nvSpPr>
          <p:cNvPr id="11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971600" y="5343835"/>
            <a:ext cx="1073150" cy="304271"/>
          </a:xfrm>
          <a:prstGeom prst="rect">
            <a:avLst/>
          </a:prstGeom>
        </p:spPr>
        <p:txBody>
          <a:bodyPr/>
          <a:lstStyle>
            <a:lvl1pPr>
              <a:defRPr sz="105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</a:lstStyle>
          <a:p>
            <a:fld id="{7FEF6BE3-B5C2-4E3D-B336-774B712A6273}" type="datetime1">
              <a:rPr lang="ja-JP" altLang="en-US" smtClean="0"/>
              <a:pPr/>
              <a:t>2026/10/29</a:t>
            </a:fld>
            <a:endParaRPr lang="ja-JP" altLang="en-US" dirty="0"/>
          </a:p>
        </p:txBody>
      </p:sp>
      <p:sp>
        <p:nvSpPr>
          <p:cNvPr id="12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2117422" y="5337776"/>
            <a:ext cx="3030642" cy="304271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</a:lstStyle>
          <a:p>
            <a:endParaRPr lang="ja-JP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effectLst/>
              </a:defRPr>
            </a:lvl1pPr>
          </a:lstStyle>
          <a:p>
            <a:r>
              <a:rPr kumimoji="1" lang="ja-JP" altLang="en-US" dirty="0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697260"/>
            <a:ext cx="4038600" cy="4407877"/>
          </a:xfrm>
        </p:spPr>
        <p:txBody>
          <a:bodyPr>
            <a:normAutofit/>
          </a:bodyPr>
          <a:lstStyle>
            <a:lvl1pPr marL="342900" indent="-342900">
              <a:buClr>
                <a:srgbClr val="C00000"/>
              </a:buClr>
              <a:buFont typeface="Wingdings" panose="05000000000000000000" pitchFamily="2" charset="2"/>
              <a:buChar char="n"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dirty="0"/>
              <a:t>マスタ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697260"/>
            <a:ext cx="4038600" cy="4407877"/>
          </a:xfrm>
        </p:spPr>
        <p:txBody>
          <a:bodyPr>
            <a:normAutofit/>
          </a:bodyPr>
          <a:lstStyle>
            <a:lvl1pPr marL="342900" indent="-342900">
              <a:buClr>
                <a:srgbClr val="C00000"/>
              </a:buClr>
              <a:buFont typeface="Wingdings" panose="05000000000000000000" pitchFamily="2" charset="2"/>
              <a:buChar char="n"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dirty="0"/>
              <a:t>マスタ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1" name="スライド番号プレースホルダ 5"/>
          <p:cNvSpPr>
            <a:spLocks noGrp="1"/>
          </p:cNvSpPr>
          <p:nvPr>
            <p:ph type="sldNum" sz="quarter" idx="12"/>
          </p:nvPr>
        </p:nvSpPr>
        <p:spPr>
          <a:xfrm>
            <a:off x="7956376" y="5273531"/>
            <a:ext cx="1090464" cy="304271"/>
          </a:xfrm>
          <a:prstGeom prst="rect">
            <a:avLst/>
          </a:prstGeom>
        </p:spPr>
        <p:txBody>
          <a:bodyPr/>
          <a:lstStyle>
            <a:lvl1pPr algn="r">
              <a:defRPr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sp>
        <p:nvSpPr>
          <p:cNvPr id="12" name="日付プレースホルダ 3"/>
          <p:cNvSpPr>
            <a:spLocks noGrp="1"/>
          </p:cNvSpPr>
          <p:nvPr>
            <p:ph type="dt" sz="half" idx="13"/>
          </p:nvPr>
        </p:nvSpPr>
        <p:spPr>
          <a:xfrm>
            <a:off x="971600" y="5343835"/>
            <a:ext cx="1073150" cy="304271"/>
          </a:xfrm>
          <a:prstGeom prst="rect">
            <a:avLst/>
          </a:prstGeom>
        </p:spPr>
        <p:txBody>
          <a:bodyPr/>
          <a:lstStyle>
            <a:lvl1pPr>
              <a:defRPr sz="105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</a:lstStyle>
          <a:p>
            <a:fld id="{7FEF6BE3-B5C2-4E3D-B336-774B712A6273}" type="datetime1">
              <a:rPr lang="ja-JP" altLang="en-US" smtClean="0"/>
              <a:pPr/>
              <a:t>2026/10/29</a:t>
            </a:fld>
            <a:endParaRPr lang="ja-JP" altLang="en-US"/>
          </a:p>
        </p:txBody>
      </p:sp>
      <p:sp>
        <p:nvSpPr>
          <p:cNvPr id="13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2117422" y="5337776"/>
            <a:ext cx="3030642" cy="304271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</a:lstStyle>
          <a:p>
            <a:endParaRPr lang="ja-JP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effectLst/>
              </a:defRPr>
            </a:lvl1pPr>
          </a:lstStyle>
          <a:p>
            <a:r>
              <a:rPr kumimoji="1" lang="ja-JP" altLang="en-US" dirty="0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697260"/>
            <a:ext cx="4040188" cy="533136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dirty="0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1257322"/>
            <a:ext cx="4040188" cy="3847813"/>
          </a:xfrm>
        </p:spPr>
        <p:txBody>
          <a:bodyPr/>
          <a:lstStyle>
            <a:lvl1pPr marL="342900" indent="-342900">
              <a:buClr>
                <a:srgbClr val="C00000"/>
              </a:buClr>
              <a:buFont typeface="Wingdings" panose="05000000000000000000" pitchFamily="2" charset="2"/>
              <a:buChar char="n"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dirty="0"/>
              <a:t>マスタ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7" y="697260"/>
            <a:ext cx="4041775" cy="533136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dirty="0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7" y="1257322"/>
            <a:ext cx="4041775" cy="3847813"/>
          </a:xfrm>
        </p:spPr>
        <p:txBody>
          <a:bodyPr/>
          <a:lstStyle>
            <a:lvl1pPr marL="342900" indent="-342900">
              <a:buClr>
                <a:srgbClr val="C00000"/>
              </a:buClr>
              <a:buFont typeface="Wingdings" panose="05000000000000000000" pitchFamily="2" charset="2"/>
              <a:buChar char="n"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dirty="0"/>
              <a:t>マスタ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3" name="スライド番号プレースホルダ 5"/>
          <p:cNvSpPr>
            <a:spLocks noGrp="1"/>
          </p:cNvSpPr>
          <p:nvPr>
            <p:ph type="sldNum" sz="quarter" idx="12"/>
          </p:nvPr>
        </p:nvSpPr>
        <p:spPr>
          <a:xfrm>
            <a:off x="7956376" y="5273531"/>
            <a:ext cx="1090464" cy="304271"/>
          </a:xfrm>
          <a:prstGeom prst="rect">
            <a:avLst/>
          </a:prstGeom>
        </p:spPr>
        <p:txBody>
          <a:bodyPr/>
          <a:lstStyle>
            <a:lvl1pPr algn="r">
              <a:defRPr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sp>
        <p:nvSpPr>
          <p:cNvPr id="14" name="日付プレースホルダ 3"/>
          <p:cNvSpPr>
            <a:spLocks noGrp="1"/>
          </p:cNvSpPr>
          <p:nvPr>
            <p:ph type="dt" sz="half" idx="13"/>
          </p:nvPr>
        </p:nvSpPr>
        <p:spPr>
          <a:xfrm>
            <a:off x="971600" y="5343835"/>
            <a:ext cx="1073150" cy="304271"/>
          </a:xfrm>
          <a:prstGeom prst="rect">
            <a:avLst/>
          </a:prstGeom>
        </p:spPr>
        <p:txBody>
          <a:bodyPr/>
          <a:lstStyle>
            <a:lvl1pPr>
              <a:defRPr sz="105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</a:lstStyle>
          <a:p>
            <a:fld id="{7FEF6BE3-B5C2-4E3D-B336-774B712A6273}" type="datetime1">
              <a:rPr lang="ja-JP" altLang="en-US" smtClean="0"/>
              <a:t>2026/10/29</a:t>
            </a:fld>
            <a:endParaRPr lang="ja-JP" altLang="en-US"/>
          </a:p>
        </p:txBody>
      </p:sp>
      <p:sp>
        <p:nvSpPr>
          <p:cNvPr id="15" name="フッター プレースホルダ 4"/>
          <p:cNvSpPr>
            <a:spLocks noGrp="1"/>
          </p:cNvSpPr>
          <p:nvPr>
            <p:ph type="ftr" sz="quarter" idx="14"/>
          </p:nvPr>
        </p:nvSpPr>
        <p:spPr>
          <a:xfrm>
            <a:off x="2117422" y="5337776"/>
            <a:ext cx="3030642" cy="304271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</a:lstStyle>
          <a:p>
            <a:endParaRPr lang="ja-JP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マスタ タイトルの書式設定</a:t>
            </a:r>
          </a:p>
        </p:txBody>
      </p:sp>
      <p:sp>
        <p:nvSpPr>
          <p:cNvPr id="9" name="スライド番号プレースホルダ 5"/>
          <p:cNvSpPr>
            <a:spLocks noGrp="1"/>
          </p:cNvSpPr>
          <p:nvPr>
            <p:ph type="sldNum" sz="quarter" idx="12"/>
          </p:nvPr>
        </p:nvSpPr>
        <p:spPr>
          <a:xfrm>
            <a:off x="7956376" y="5273531"/>
            <a:ext cx="1090464" cy="304271"/>
          </a:xfrm>
          <a:prstGeom prst="rect">
            <a:avLst/>
          </a:prstGeom>
        </p:spPr>
        <p:txBody>
          <a:bodyPr/>
          <a:lstStyle>
            <a:lvl1pPr algn="r">
              <a:defRPr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sp>
        <p:nvSpPr>
          <p:cNvPr id="10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971600" y="5343835"/>
            <a:ext cx="1073150" cy="304271"/>
          </a:xfrm>
          <a:prstGeom prst="rect">
            <a:avLst/>
          </a:prstGeom>
        </p:spPr>
        <p:txBody>
          <a:bodyPr/>
          <a:lstStyle>
            <a:lvl1pPr>
              <a:defRPr sz="105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</a:lstStyle>
          <a:p>
            <a:fld id="{7FEF6BE3-B5C2-4E3D-B336-774B712A6273}" type="datetime1">
              <a:rPr lang="ja-JP" altLang="en-US" smtClean="0"/>
              <a:pPr/>
              <a:t>2026/10/29</a:t>
            </a:fld>
            <a:endParaRPr lang="ja-JP" altLang="en-US" dirty="0"/>
          </a:p>
        </p:txBody>
      </p:sp>
      <p:sp>
        <p:nvSpPr>
          <p:cNvPr id="11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2117422" y="5337776"/>
            <a:ext cx="3030642" cy="304271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</a:lstStyle>
          <a:p>
            <a:endParaRPr lang="ja-JP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スライド番号プレースホルダ 5"/>
          <p:cNvSpPr>
            <a:spLocks noGrp="1"/>
          </p:cNvSpPr>
          <p:nvPr>
            <p:ph type="sldNum" sz="quarter" idx="12"/>
          </p:nvPr>
        </p:nvSpPr>
        <p:spPr>
          <a:xfrm>
            <a:off x="7956376" y="5273531"/>
            <a:ext cx="1090464" cy="304271"/>
          </a:xfrm>
          <a:prstGeom prst="rect">
            <a:avLst/>
          </a:prstGeom>
        </p:spPr>
        <p:txBody>
          <a:bodyPr/>
          <a:lstStyle>
            <a:lvl1pPr algn="r">
              <a:defRPr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sp>
        <p:nvSpPr>
          <p:cNvPr id="9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971600" y="5343835"/>
            <a:ext cx="1073150" cy="304271"/>
          </a:xfrm>
          <a:prstGeom prst="rect">
            <a:avLst/>
          </a:prstGeom>
        </p:spPr>
        <p:txBody>
          <a:bodyPr/>
          <a:lstStyle>
            <a:lvl1pPr>
              <a:defRPr sz="105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</a:lstStyle>
          <a:p>
            <a:fld id="{7FEF6BE3-B5C2-4E3D-B336-774B712A6273}" type="datetime1">
              <a:rPr lang="ja-JP" altLang="en-US" smtClean="0"/>
              <a:pPr/>
              <a:t>2026/10/29</a:t>
            </a:fld>
            <a:endParaRPr lang="ja-JP" altLang="en-US"/>
          </a:p>
        </p:txBody>
      </p:sp>
      <p:sp>
        <p:nvSpPr>
          <p:cNvPr id="10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2117422" y="5337776"/>
            <a:ext cx="3030642" cy="304271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</a:lstStyle>
          <a:p>
            <a:endParaRPr lang="ja-JP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2" y="608982"/>
            <a:ext cx="3008313" cy="96837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dirty="0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617251"/>
            <a:ext cx="5111750" cy="448788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dirty="0"/>
              <a:t>マスタ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2" y="1577358"/>
            <a:ext cx="3008313" cy="352777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dirty="0"/>
              <a:t>マスタ テキストの書式設定</a:t>
            </a:r>
          </a:p>
        </p:txBody>
      </p:sp>
      <p:sp>
        <p:nvSpPr>
          <p:cNvPr id="11" name="スライド番号プレースホルダ 5"/>
          <p:cNvSpPr>
            <a:spLocks noGrp="1"/>
          </p:cNvSpPr>
          <p:nvPr>
            <p:ph type="sldNum" sz="quarter" idx="12"/>
          </p:nvPr>
        </p:nvSpPr>
        <p:spPr>
          <a:xfrm>
            <a:off x="7956376" y="5273531"/>
            <a:ext cx="1090464" cy="304271"/>
          </a:xfrm>
          <a:prstGeom prst="rect">
            <a:avLst/>
          </a:prstGeom>
        </p:spPr>
        <p:txBody>
          <a:bodyPr/>
          <a:lstStyle>
            <a:lvl1pPr algn="r">
              <a:defRPr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sp>
        <p:nvSpPr>
          <p:cNvPr id="12" name="日付プレースホルダ 3"/>
          <p:cNvSpPr>
            <a:spLocks noGrp="1"/>
          </p:cNvSpPr>
          <p:nvPr>
            <p:ph type="dt" sz="half" idx="13"/>
          </p:nvPr>
        </p:nvSpPr>
        <p:spPr>
          <a:xfrm>
            <a:off x="971600" y="5343835"/>
            <a:ext cx="1073150" cy="304271"/>
          </a:xfrm>
          <a:prstGeom prst="rect">
            <a:avLst/>
          </a:prstGeom>
        </p:spPr>
        <p:txBody>
          <a:bodyPr/>
          <a:lstStyle>
            <a:lvl1pPr>
              <a:defRPr sz="105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</a:lstStyle>
          <a:p>
            <a:fld id="{7FEF6BE3-B5C2-4E3D-B336-774B712A6273}" type="datetime1">
              <a:rPr lang="ja-JP" altLang="en-US" smtClean="0"/>
              <a:t>2026/10/29</a:t>
            </a:fld>
            <a:endParaRPr lang="ja-JP" altLang="en-US"/>
          </a:p>
        </p:txBody>
      </p:sp>
      <p:sp>
        <p:nvSpPr>
          <p:cNvPr id="13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2117422" y="5337776"/>
            <a:ext cx="3030642" cy="304271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</a:lstStyle>
          <a:p>
            <a:endParaRPr lang="ja-JP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000500"/>
            <a:ext cx="5486400" cy="47228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dirty="0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97259"/>
            <a:ext cx="5486400" cy="324238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4472782"/>
            <a:ext cx="5486400" cy="6707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dirty="0"/>
              <a:t>マスタ テキストの書式設定</a:t>
            </a:r>
          </a:p>
        </p:txBody>
      </p:sp>
      <p:sp>
        <p:nvSpPr>
          <p:cNvPr id="11" name="スライド番号プレースホルダ 5"/>
          <p:cNvSpPr>
            <a:spLocks noGrp="1"/>
          </p:cNvSpPr>
          <p:nvPr>
            <p:ph type="sldNum" sz="quarter" idx="12"/>
          </p:nvPr>
        </p:nvSpPr>
        <p:spPr>
          <a:xfrm>
            <a:off x="7956376" y="5273531"/>
            <a:ext cx="1090464" cy="304271"/>
          </a:xfrm>
          <a:prstGeom prst="rect">
            <a:avLst/>
          </a:prstGeom>
        </p:spPr>
        <p:txBody>
          <a:bodyPr/>
          <a:lstStyle>
            <a:lvl1pPr algn="r">
              <a:defRPr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sp>
        <p:nvSpPr>
          <p:cNvPr id="12" name="日付プレースホルダ 3"/>
          <p:cNvSpPr>
            <a:spLocks noGrp="1"/>
          </p:cNvSpPr>
          <p:nvPr>
            <p:ph type="dt" sz="half" idx="13"/>
          </p:nvPr>
        </p:nvSpPr>
        <p:spPr>
          <a:xfrm>
            <a:off x="971600" y="5343835"/>
            <a:ext cx="1073150" cy="304271"/>
          </a:xfrm>
          <a:prstGeom prst="rect">
            <a:avLst/>
          </a:prstGeom>
        </p:spPr>
        <p:txBody>
          <a:bodyPr/>
          <a:lstStyle>
            <a:lvl1pPr>
              <a:defRPr sz="105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</a:lstStyle>
          <a:p>
            <a:fld id="{7FEF6BE3-B5C2-4E3D-B336-774B712A6273}" type="datetime1">
              <a:rPr lang="ja-JP" altLang="en-US" smtClean="0"/>
              <a:pPr/>
              <a:t>2026/10/29</a:t>
            </a:fld>
            <a:endParaRPr lang="ja-JP" altLang="en-US"/>
          </a:p>
        </p:txBody>
      </p:sp>
      <p:sp>
        <p:nvSpPr>
          <p:cNvPr id="13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2117422" y="5337776"/>
            <a:ext cx="3030642" cy="304271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</a:lstStyle>
          <a:p>
            <a:endParaRPr lang="ja-JP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dirty="0"/>
              <a:t>マスタ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0" name="スライド番号プレースホルダ 5"/>
          <p:cNvSpPr>
            <a:spLocks noGrp="1"/>
          </p:cNvSpPr>
          <p:nvPr>
            <p:ph type="sldNum" sz="quarter" idx="12"/>
          </p:nvPr>
        </p:nvSpPr>
        <p:spPr>
          <a:xfrm>
            <a:off x="7956376" y="5273531"/>
            <a:ext cx="1090464" cy="304271"/>
          </a:xfrm>
          <a:prstGeom prst="rect">
            <a:avLst/>
          </a:prstGeom>
        </p:spPr>
        <p:txBody>
          <a:bodyPr/>
          <a:lstStyle>
            <a:lvl1pPr algn="r">
              <a:defRPr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sp>
        <p:nvSpPr>
          <p:cNvPr id="11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971600" y="5343835"/>
            <a:ext cx="1073150" cy="304271"/>
          </a:xfrm>
          <a:prstGeom prst="rect">
            <a:avLst/>
          </a:prstGeom>
        </p:spPr>
        <p:txBody>
          <a:bodyPr/>
          <a:lstStyle>
            <a:lvl1pPr>
              <a:defRPr sz="105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</a:lstStyle>
          <a:p>
            <a:fld id="{7FEF6BE3-B5C2-4E3D-B336-774B712A6273}" type="datetime1">
              <a:rPr lang="ja-JP" altLang="en-US" smtClean="0"/>
              <a:pPr/>
              <a:t>2026/10/29</a:t>
            </a:fld>
            <a:endParaRPr lang="ja-JP" altLang="en-US" dirty="0"/>
          </a:p>
        </p:txBody>
      </p:sp>
      <p:sp>
        <p:nvSpPr>
          <p:cNvPr id="12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2117422" y="5337776"/>
            <a:ext cx="3030642" cy="304271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</a:lstStyle>
          <a:p>
            <a:endParaRPr lang="ja-JP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617250"/>
            <a:ext cx="2057400" cy="4487886"/>
          </a:xfrm>
        </p:spPr>
        <p:txBody>
          <a:bodyPr vert="eaVert"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617250"/>
            <a:ext cx="6019800" cy="4487886"/>
          </a:xfrm>
        </p:spPr>
        <p:txBody>
          <a:bodyPr vert="eaVert"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0" name="スライド番号プレースホルダ 5"/>
          <p:cNvSpPr>
            <a:spLocks noGrp="1"/>
          </p:cNvSpPr>
          <p:nvPr>
            <p:ph type="sldNum" sz="quarter" idx="12"/>
          </p:nvPr>
        </p:nvSpPr>
        <p:spPr>
          <a:xfrm>
            <a:off x="7956376" y="5273531"/>
            <a:ext cx="1090464" cy="304271"/>
          </a:xfrm>
          <a:prstGeom prst="rect">
            <a:avLst/>
          </a:prstGeom>
        </p:spPr>
        <p:txBody>
          <a:bodyPr/>
          <a:lstStyle>
            <a:lvl1pPr algn="r">
              <a:defRPr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sp>
        <p:nvSpPr>
          <p:cNvPr id="11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971600" y="5343835"/>
            <a:ext cx="1073150" cy="304271"/>
          </a:xfrm>
          <a:prstGeom prst="rect">
            <a:avLst/>
          </a:prstGeom>
        </p:spPr>
        <p:txBody>
          <a:bodyPr/>
          <a:lstStyle>
            <a:lvl1pPr>
              <a:defRPr sz="105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</a:lstStyle>
          <a:p>
            <a:fld id="{7FEF6BE3-B5C2-4E3D-B336-774B712A6273}" type="datetime1">
              <a:rPr lang="ja-JP" altLang="en-US" smtClean="0"/>
              <a:pPr/>
              <a:t>2026/10/29</a:t>
            </a:fld>
            <a:endParaRPr lang="ja-JP" altLang="en-US"/>
          </a:p>
        </p:txBody>
      </p:sp>
      <p:sp>
        <p:nvSpPr>
          <p:cNvPr id="12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2117422" y="5337776"/>
            <a:ext cx="3030642" cy="304271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</a:lstStyle>
          <a:p>
            <a:endParaRPr lang="ja-JP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57200" y="57189"/>
            <a:ext cx="8229600" cy="640071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/>
          <a:p>
            <a:r>
              <a:rPr kumimoji="1" lang="ja-JP" altLang="en-US" dirty="0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857278"/>
            <a:ext cx="8229600" cy="42478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7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971600" y="5343835"/>
            <a:ext cx="1073150" cy="304271"/>
          </a:xfrm>
          <a:prstGeom prst="rect">
            <a:avLst/>
          </a:prstGeom>
        </p:spPr>
        <p:txBody>
          <a:bodyPr/>
          <a:lstStyle>
            <a:lvl1pPr>
              <a:defRPr sz="105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</a:lstStyle>
          <a:p>
            <a:fld id="{7FEF6BE3-B5C2-4E3D-B336-774B712A6273}" type="datetime1">
              <a:rPr lang="ja-JP" altLang="en-US" smtClean="0"/>
              <a:t>2026/10/29</a:t>
            </a:fld>
            <a:endParaRPr lang="ja-JP" altLang="en-US" dirty="0"/>
          </a:p>
        </p:txBody>
      </p:sp>
      <p:sp>
        <p:nvSpPr>
          <p:cNvPr id="8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2117422" y="5337776"/>
            <a:ext cx="3030642" cy="304271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</a:lstStyle>
          <a:p>
            <a:endParaRPr lang="ja-JP" altLang="en-US" dirty="0"/>
          </a:p>
        </p:txBody>
      </p:sp>
      <p:sp>
        <p:nvSpPr>
          <p:cNvPr id="12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7956376" y="5273531"/>
            <a:ext cx="1090464" cy="304271"/>
          </a:xfrm>
          <a:prstGeom prst="rect">
            <a:avLst/>
          </a:prstGeom>
        </p:spPr>
        <p:txBody>
          <a:bodyPr/>
          <a:lstStyle>
            <a:lvl1pPr algn="r">
              <a:defRPr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kumimoji="1" sz="3200" b="0" kern="1200">
          <a:solidFill>
            <a:schemeClr val="tx1"/>
          </a:solidFill>
          <a:effectLst/>
          <a:latin typeface="メイリオ" panose="020B0604030504040204" pitchFamily="50" charset="-128"/>
          <a:ea typeface="メイリオ" panose="020B0604030504040204" pitchFamily="50" charset="-128"/>
          <a:cs typeface="メイリオ" panose="020B0604030504040204" pitchFamily="50" charset="-12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C00000"/>
        </a:buClr>
        <a:buFont typeface="Wingdings" panose="05000000000000000000" pitchFamily="2" charset="2"/>
        <a:buChar char="n"/>
        <a:defRPr kumimoji="1" sz="24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メイリオ" panose="020B0604030504040204" pitchFamily="50" charset="-12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メイリオ" panose="020B0604030504040204" pitchFamily="50" charset="-12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18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メイリオ" panose="020B0604030504040204" pitchFamily="50" charset="-12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16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メイリオ" panose="020B0604030504040204" pitchFamily="50" charset="-12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16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メイリオ" panose="020B0604030504040204" pitchFamily="50" charset="-12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endParaRPr kumimoji="1" lang="ja-JP" altLang="en-US" dirty="0"/>
          </a:p>
        </p:txBody>
      </p:sp>
      <p:sp>
        <p:nvSpPr>
          <p:cNvPr id="6" name="サブタイトル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1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96178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ユーザー定義 2">
      <a:majorFont>
        <a:latin typeface="Arial"/>
        <a:ea typeface="メイリオ"/>
        <a:cs typeface=""/>
      </a:majorFont>
      <a:minorFont>
        <a:latin typeface="Arial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1</Words>
  <Application>Microsoft Macintosh PowerPoint</Application>
  <PresentationFormat>画面に合わせる (16:10)</PresentationFormat>
  <Paragraphs>1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メイリオ</vt:lpstr>
      <vt:lpstr>Arial</vt:lpstr>
      <vt:lpstr>Calibri</vt:lpstr>
      <vt:lpstr>Wingdings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堅田 秀雄 hideo</dc:creator>
  <cp:lastModifiedBy>秀雄 堅田</cp:lastModifiedBy>
  <cp:revision>39</cp:revision>
  <dcterms:created xsi:type="dcterms:W3CDTF">2014-12-22T04:38:13Z</dcterms:created>
  <dcterms:modified xsi:type="dcterms:W3CDTF">2026-10-29T00:00:25Z</dcterms:modified>
</cp:coreProperties>
</file>